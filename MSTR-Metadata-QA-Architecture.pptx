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this is a conversational lookup layer over our MStrategy metadata. You ask in plain English, it returns the exact metadata plus a short explanation. Stress: it reads metadata, it does not run anything against MSTR or the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for an engineering audience: every one of these is answerable today, but only by a person who knows where to click or which REST endpoint to hit. It does not scale and it is not self-serve.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concrete example end to end. Point out the two-part output: a precise table they can trust and verify, plus a one-line explanation for fast understanding. The formula and any cube SQL come back as text content, not as something we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band runs on a schedule and is basically your existing harvest writing structured tables to S3. Bottom band is the request path. The key shape to call out: Claude is bookended. It forms the lookup on the way in and explains the rows on the way out; the query engine does the heavy data work in the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the cost and token question before it is asked. Emphasize: the model never ingests the dataset; it works on the question and the trimmed result. That decouples cost from data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defensible decision with a tradeoff. If challenged, lean on 1 (safety: nothing executes) and 3 (precision + security for permissions). Those two are the strongest.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engineers will push on. Knowledge Base is the most common suggestion — be ready: RAG is approximate retrieval, and an ACL answer that is probably complete is unacceptable. SQL returns every matching row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the contrast: no always-on vector cluster, no standing query engine. Cost tracks usage. The Bedrock calls are small because Claude only sees the question and the trimmed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engineering review this is the slide that closes the risk conversation. The single strongest line: there is no execution path to the warehouse, so pointing this at production metadata is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design story: this is not a stripped-down compromise, it is right-sized. Name the trigger for each addition so the room sees you have already thought about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mantra. It captures the whole philosophy of the design and is the line you want them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5156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051560"/>
            <a:ext cx="0" cy="9144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96012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96012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87452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·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MicroStrategy Metadata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Assistant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access to MicroStrategy application metadata — ask in plain English, get exact metadata with a plain explanation.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·  Lambda  ·  Amazon Bedrock (Claude)  ·  React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is locked inside MSTR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questions about our MSTR applications mean manual digging across projects — through the UI or one-off REST calls. There is no consolidated, conversational way to ask.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1343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87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this dashboard? Who has access to this folder?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05740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231343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587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formula behind this metric or object?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307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39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internals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0050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SQL does this cube generate?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4747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37307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639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40050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relies on this attribute or datasource?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— get exact data +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0F2942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has access to the Sales Performance dashboard, and what is the Revenue metric formula?”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/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Owner: J. Rivera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more principals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480560" y="306324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8F6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3200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J. Rivera; 8 principals total (6 read-only, 2 full control). Revenue = Sum(Sales Amount) at Product level.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SQL and metric formulas are shown as metadata — never executed.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prep the data, then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· SCHEDULED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E9F8F6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 REST harvest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892808"/>
            <a:ext cx="41148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508760"/>
            <a:ext cx="32918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structured metadata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cubes · formulas · SQL · permissions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ANSWER · PER QUESTION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005840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288036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28803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explanation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8803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2880360"/>
            <a:ext cx="3429000" cy="868680"/>
          </a:xfrm>
          <a:prstGeom prst="roundRect">
            <a:avLst>
              <a:gd name="adj" fmla="val 736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28803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(Bedrock)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1: question → lookup   ·   call 2: explain 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0" y="3314700"/>
            <a:ext cx="27432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54680" y="3182112"/>
            <a:ext cx="27432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29000" y="3447288"/>
            <a:ext cx="-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92040" y="3182112"/>
            <a:ext cx="32004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12080" y="3447288"/>
            <a:ext cx="-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2880360"/>
            <a:ext cx="0" cy="-5943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160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↑  /  rows 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97480" y="34838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sits on the two ends and never touches the bulk metadata in between.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the ends, a query in the middle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350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in plain English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8379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receives the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3408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maps it to a parameterized lookup — sees only the question + field names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runs on the structured metadata → exact, complete rows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3467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explains those result rows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8496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the table + the explanation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0F294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stays cheap: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question (small) and the answer rows (small) — never the full metadata, no matter how large it grows.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choices that define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83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Lookup, not execution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SQL and formulas are displayed as metadata, never run. Nothing touches MSTR runtime or the warehouse.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8183880" cy="603504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18541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85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002536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bookends the flow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forms the query and explains the result — never reads the bulk data. Cost stays flat as metadata grows.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8183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862072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lookups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question set means no open-ended SQL generation — no injection surface, and exact answers for permissions.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55848"/>
            <a:ext cx="8183880" cy="603504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53872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serverless parts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Lambda, Bedrock, static UI. Near-zero idle cost; right-sized to the problem.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032504"/>
            <a:ext cx="8183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153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15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32504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now, live-ready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scheduled harvest. Swap to live MSTR REST / MCP if current-state ACLs are ever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obvious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90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/ RAG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148132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semantically similar chunks — can miss ACL entries. Permissions need exact, complete answers. Also carried a standing vector-store cost.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8183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87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NL → SQL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57860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adds an arbitrary-SQL surface and a validation layer. Unnecessary for a bounded, predictable question set.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83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from day one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367588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scale, but the metadata is small (MB). In-Lambda query is fewer moving parts; Athena is the documented graduation path.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FOOTPRINT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pay-per-use, nothing idling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39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395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395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~¢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741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holds the structured metadata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383133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39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coordinates + runs the lookup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19709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1056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(Claude) — forms query, explains result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56285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4714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(static) — the UI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construction, exact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16184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executes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039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SQL is shown, never run — no path to MSTR runtime or the warehouse.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6459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6672" y="16184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answers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0912" y="2039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results come from real queries — complete, not a best-match guess.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54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3127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" y="3547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over a snapshot; scoped IAM on the Lambda.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F294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154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3127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exposure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912" y="3547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sees the bulk metadata — only the question and the answer rows.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four boxes — earn the fifth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83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40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grows large, or many concurrent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Throttling, API keys, or external exposure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domain + TLS for the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NL → SQL +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become genuinely open-ended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MSTR REST (MCP)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need current-state ACLs, not snapshots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above is deliberately out of v1. Each has one clear trigger — none are added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four boxes.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fifth.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2278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metadata schema — tables and fields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366674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6484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lookup templates against real columns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08736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069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Lambda + Bedrock + static UI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50799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4897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against live harvested metadata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MicroStrategy Metadata Q&amp;A Assistant</dc:title>
  <dc:subject>PptxGenJS Presentation</dc:subject>
  <dc:creator>Architecture Review</dc:creator>
  <cp:lastModifiedBy>Architecture Review</cp:lastModifiedBy>
  <cp:revision>1</cp:revision>
  <dcterms:created xsi:type="dcterms:W3CDTF">2026-06-26T11:47:14Z</dcterms:created>
  <dcterms:modified xsi:type="dcterms:W3CDTF">2026-06-26T11:47:14Z</dcterms:modified>
</cp:coreProperties>
</file>